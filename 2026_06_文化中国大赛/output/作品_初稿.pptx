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一部书，如何走过一千四百年，走进寻常人家——这是《颜氏家训》的生命史。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颜之推，生于南北朝乱世，历经四朝。他写这部家训，不是为了名垂青史，而是为了教子保家。中国第一部体系化家训，就这样在战火中诞生了。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从手抄本到雕版刻本，再到明清坊刻普及本，书越印越便宜，越传越广。每一次技术变革，都让这部书离普通人更近一步。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最初只在士族家学中流传，后来进入蒙学教材，被族谱家规引用，最终融入民间婚丧嫁娶、年节礼仪——这就是“大传统”走向“小传统”的路径。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我们用数字人文的方法，提取了全书的主题词——治家、教子、勉学、慕贤——这些关键词，就是这部书教给中国人的生活智慧。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《颜氏家训》不是孤立的。从《温公家范》到《朱子家训》再到《弟子规》，一条家训的脉络清晰可见。这就是知识传承的网络。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今天，家风家教被重新提起，古籍数字化让千年典籍触手可及。典籍中的智慧，依然在回答当代人的生活问题。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见物，更见人。一部书的生命史，就是无数普通人日常生活的精神史。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828800"/>
            <a:ext cx="109728" cy="2926080"/>
          </a:xfrm>
          <a:prstGeom prst="rect">
            <a:avLst/>
          </a:prstGeom>
          <a:solidFill>
            <a:srgbClr val="8B4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8686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5A2D0C"/>
                </a:solidFill>
                <a:latin typeface="Songti SC"/>
                <a:ea typeface="Songti SC"/>
              </a:rPr>
              <a:t>见物，更见人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2918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0">
                <a:solidFill>
                  <a:srgbClr val="8B4513"/>
                </a:solidFill>
                <a:latin typeface="Songti SC"/>
                <a:ea typeface="Songti SC"/>
              </a:rPr>
              <a:t>《颜氏家训》的书籍生命史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42976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7A6A55"/>
                </a:solidFill>
                <a:latin typeface="Heiti SC"/>
                <a:ea typeface="Heiti SC"/>
              </a:rPr>
              <a:t>赛题2 · 典籍与日常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选题缘起 · 乱世写就的第一部家训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颜之推生于南北朝乱世，历经四朝，颠沛流离。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他写这部家训，不为名垂青史，只为教子保家。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这是中国第一部体系化家训，诞生于战火之中。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核心追问：典籍中的教化智慧，如何融入日常生活？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版本流变 · 越印越便宜，越传越广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206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手抄本 → 雕版刻本 → 明清坊刻普及本 → 标点排印本 → 数字化。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每一次印刷技术变革，都让这部书离普通人更近一步。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数字人文方法：版本流变时间轴。</a:t>
            </a:r>
          </a:p>
        </p:txBody>
      </p:sp>
      <p:pic>
        <p:nvPicPr>
          <p:cNvPr id="6" name="Picture 5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07946"/>
            <a:ext cx="6766559" cy="3247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传播下沉 · 从士族家学到民间日用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206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士族家学 → 蒙学读物 → 族谱家规 → 民间日用。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家训从门阀手中，走进私塾、宗族，最终融入百姓生活。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这正是“大传统”走向“小传统”的转化路径。</a:t>
            </a:r>
          </a:p>
        </p:txBody>
      </p:sp>
      <p:pic>
        <p:nvPicPr>
          <p:cNvPr id="6" name="Picture 5" descr="fig_dif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72616"/>
            <a:ext cx="6766560" cy="4518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教化主题 · 数字人文里的生活智慧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206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用 TF-IDF 字-bigram 方法，提取全书主题词。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治家、教子、勉学、慕贤——高频教化关键词浮现。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这些词，就是这部书教给中国人的生活智慧。</a:t>
            </a:r>
          </a:p>
        </p:txBody>
      </p:sp>
      <p:pic>
        <p:nvPicPr>
          <p:cNvPr id="6" name="Picture 5" descr="fig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83328"/>
            <a:ext cx="6766560" cy="4097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互文网络 · 一条家训脉络的传承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206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《颜氏家训》并非孤立存在。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从《温公家范》到《朱子家训》，再到《弟子规》《三字经》。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A2D0C"/>
                </a:solidFill>
                <a:latin typeface="Heiti SC"/>
                <a:ea typeface="Heiti SC"/>
              </a:rPr>
              <a:t>·  用相似检索还原一条清晰的知识传承网络。</a:t>
            </a:r>
          </a:p>
        </p:txBody>
      </p:sp>
      <p:pic>
        <p:nvPicPr>
          <p:cNvPr id="6" name="Picture 5" descr="fi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05" y="1371600"/>
            <a:ext cx="360194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2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19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ongti SC"/>
                <a:ea typeface="Songti SC"/>
              </a:rPr>
              <a:t>当代启示 · 千年智慧的今日回响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家风家教在今天被重新提起。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古籍数字化，让千年典籍触手可及。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5A2D0C"/>
                </a:solidFill>
                <a:latin typeface="Heiti SC"/>
                <a:ea typeface="Heiti SC"/>
              </a:rPr>
              <a:t>·  典籍中的智慧，依然在回答当代人的生活问题。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>
                <a:solidFill>
                  <a:srgbClr val="F7F3EB"/>
                </a:solidFill>
                <a:latin typeface="Songti SC"/>
                <a:ea typeface="Songti SC"/>
              </a:rPr>
              <a:t>见物，更见人。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C19A6B"/>
                </a:solidFill>
                <a:latin typeface="Songti SC"/>
                <a:ea typeface="Songti SC"/>
              </a:rPr>
              <a:t>一部书的生命史，就是无数普通人日常生活的精神史。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